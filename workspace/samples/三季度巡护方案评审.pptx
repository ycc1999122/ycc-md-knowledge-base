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开场强调评审目标。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误报问题展开说明。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三季度巡护方案评审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汇报人：运营部</a:t>
            </a:r>
          </a:p>
          <a:p>
            <a: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上季度运行情况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巡护任务完成率 94.3%，环比提升 2.1%。</a:t>
            </a:r>
          </a:p>
          <a:p>
            <a:r>
              <a:t>告警平均响应时长 3.8 分钟，达标。</a:t>
            </a:r>
          </a:p>
          <a:p>
            <a:r>
              <a:t>东区环线误报率偏高，需重点治理。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三季度优化方案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调整东区巡护路线，避开施工区域。</a:t>
            </a:r>
          </a:p>
          <a:p>
            <a:r>
              <a:t>升级边缘终端固件，优化告警阈值。</a:t>
            </a:r>
          </a:p>
          <a:p>
            <a:r>
              <a:t>新增夜间无人巡护时段。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资源需求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8768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预算（万元）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边缘采集终端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巡护无人机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